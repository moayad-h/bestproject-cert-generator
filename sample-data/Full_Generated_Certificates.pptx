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  <p:sldId id="343" r:id="rId98"/>
    <p:sldId id="344" r:id="rId99"/>
    <p:sldId id="345" r:id="rId100"/>
    <p:sldId id="346" r:id="rId101"/>
    <p:sldId id="347" r:id="rId102"/>
    <p:sldId id="348" r:id="rId103"/>
    <p:sldId id="349" r:id="rId104"/>
    <p:sldId id="350" r:id="rId105"/>
    <p:sldId id="351" r:id="rId106"/>
    <p:sldId id="352" r:id="rId107"/>
    <p:sldId id="353" r:id="rId108"/>
    <p:sldId id="354" r:id="rId109"/>
    <p:sldId id="355" r:id="rId110"/>
    <p:sldId id="356" r:id="rId111"/>
    <p:sldId id="357" r:id="rId112"/>
    <p:sldId id="358" r:id="rId113"/>
    <p:sldId id="359" r:id="rId114"/>
    <p:sldId id="360" r:id="rId115"/>
    <p:sldId id="361" r:id="rId116"/>
    <p:sldId id="362" r:id="rId117"/>
    <p:sldId id="363" r:id="rId118"/>
    <p:sldId id="364" r:id="rId119"/>
    <p:sldId id="365" r:id="rId120"/>
    <p:sldId id="366" r:id="rId121"/>
    <p:sldId id="367" r:id="rId122"/>
    <p:sldId id="368" r:id="rId123"/>
    <p:sldId id="369" r:id="rId124"/>
    <p:sldId id="370" r:id="rId125"/>
    <p:sldId id="371" r:id="rId126"/>
    <p:sldId id="372" r:id="rId127"/>
    <p:sldId id="373" r:id="rId128"/>
    <p:sldId id="374" r:id="rId129"/>
    <p:sldId id="375" r:id="rId130"/>
    <p:sldId id="376" r:id="rId131"/>
    <p:sldId id="377" r:id="rId132"/>
    <p:sldId id="378" r:id="rId133"/>
    <p:sldId id="379" r:id="rId134"/>
    <p:sldId id="380" r:id="rId135"/>
    <p:sldId id="381" r:id="rId136"/>
    <p:sldId id="382" r:id="rId137"/>
    <p:sldId id="383" r:id="rId138"/>
    <p:sldId id="384" r:id="rId139"/>
    <p:sldId id="385" r:id="rId140"/>
    <p:sldId id="386" r:id="rId141"/>
    <p:sldId id="387" r:id="rId142"/>
    <p:sldId id="388" r:id="rId143"/>
    <p:sldId id="389" r:id="rId144"/>
    <p:sldId id="390" r:id="rId145"/>
    <p:sldId id="391" r:id="rId146"/>
    <p:sldId id="392" r:id="rId147"/>
    <p:sldId id="393" r:id="rId148"/>
    <p:sldId id="394" r:id="rId149"/>
    <p:sldId id="395" r:id="rId150"/>
    <p:sldId id="396" r:id="rId151"/>
    <p:sldId id="397" r:id="rId152"/>
    <p:sldId id="398" r:id="rId153"/>
    <p:sldId id="399" r:id="rId154"/>
    <p:sldId id="400" r:id="rId155"/>
    <p:sldId id="401" r:id="rId156"/>
    <p:sldId id="402" r:id="rId157"/>
    <p:sldId id="403" r:id="rId158"/>
  </p:sldIdLst>
  <p:sldSz cx="10693400" cy="7556500"/>
  <p:notesSz cx="6858000" cy="9144000"/>
  <p:embeddedFontLst>
    <p:embeddedFont>
      <p:font typeface="Boston Angel" charset="1" panose="00000000000000000000"/>
      <p:regular r:id="rId7"/>
    </p:embeddedFont>
    <p:embeddedFont>
      <p:font typeface="Droid Serif" charset="1" panose="02020600060500020200"/>
      <p:regular r:id="rId8"/>
    </p:embeddedFont>
    <p:embeddedFont>
      <p:font typeface="Droid Serif Bold" charset="1" panose="02020800060500020200"/>
      <p:regular r:id="rId9"/>
    </p:embeddedFont>
    <p:embeddedFont>
      <p:font typeface="Alex Brush" charset="1" panose="000000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2" Type="http://schemas.openxmlformats.org/officeDocument/2006/relationships/slide" Target="slides/slide122.xml"/><Relationship Id="rId133" Type="http://schemas.openxmlformats.org/officeDocument/2006/relationships/slide" Target="slides/slide123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2" Type="http://schemas.openxmlformats.org/officeDocument/2006/relationships/slide" Target="slides/slide132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41.xml"/><Relationship Id="rId152" Type="http://schemas.openxmlformats.org/officeDocument/2006/relationships/slide" Target="slides/slide142.xml"/><Relationship Id="rId153" Type="http://schemas.openxmlformats.org/officeDocument/2006/relationships/slide" Target="slides/slide143.xml"/><Relationship Id="rId154" Type="http://schemas.openxmlformats.org/officeDocument/2006/relationships/slide" Target="slides/slide144.xml"/><Relationship Id="rId155" Type="http://schemas.openxmlformats.org/officeDocument/2006/relationships/slide" Target="slides/slide145.xml"/><Relationship Id="rId156" Type="http://schemas.openxmlformats.org/officeDocument/2006/relationships/slide" Target="slides/slide146.xml"/><Relationship Id="rId157" Type="http://schemas.openxmlformats.org/officeDocument/2006/relationships/slide" Target="slides/slide147.xml"/><Relationship Id="rId158" Type="http://schemas.openxmlformats.org/officeDocument/2006/relationships/slide" Target="slides/slide148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Judy Hesham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Reem Moussa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Lina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Nadine Hassan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Philopaterr Labib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Eman Sherif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Juwaira Bahaa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Artificial Intelligence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Jack Ashraf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Daniel Seddik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Mehrail Seddik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Judi Elsayed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Alaa Megahed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Rokaya Abdelsalam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Nawara Elnaggar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Elfaki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Ali Essam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Ghaly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Mostafa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Nasr Suhaib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Zeina Hesham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Nour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Jana Amr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Ali Sameh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Omar Sherif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Programming Applications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Yasmin Ebeid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Statistics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Nada Awad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Statistics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John Maged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Statistics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Ziad El Sayed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Statistics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Cherine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Advanced Statistics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Abdelrahman Tamer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AI in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Aamer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AI in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Ali Hesham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AI in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Youssef Hazem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AI in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Art Appreciation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Esraa Salih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Business Process Management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Mahmoud Talaat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Business Process Management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Hanan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Business Process Management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Yousr Mazen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Business Process Management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Yara Rabee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Business Process Management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Nada Nadir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Computer Graphics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Doha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Computer Graphics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Julie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Computer Graphics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Abdullah Ashraf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Computer Graphics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Maram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Computer Graphics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Arwa Yahya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Computer Graphics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Nour Reda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Computing Algorithms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Abdelkadir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 Mining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Mahmoud Talaat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 Mining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Hanan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 Mining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Yousr Mazen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 Mining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Yara Rabee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 Mining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Nada Nadir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Database Systems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Rawan Haytham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Database Systems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Mariam Ibrahim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Database Systems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Randa Khaled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Database Systems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Jana Ashraf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Database Systems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Mai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Deep Learning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Reem Elshamly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Deep Learning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4700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Judy Hesham Zein-Eldeen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Deep Learning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Salma Elanany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Deep Learning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Mariam Yehya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Deep Learning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Farouk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Designing Human Centered Software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John Maged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Designing Human Centered Software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Ziad El Sayed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Designing Human Centered Software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Cherine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Designing Human Centered Software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Abdelrahman Tamer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Zyad Osama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Andrew Kamal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Mina Mokhtar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 Allah Hegazi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Aly Ayman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Karim Hesham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Khaled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Distributed Systems 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Raghda Ashraf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Embedded Systems Programming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Khaled Sherif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Sarah Ezzat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Mazen Ismail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Mostafa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Roaa Ibrahim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Mariam Salah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Joumana Medhat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Emry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Gehad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Entrepreneurship Skills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Jana Hisham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Fundamentals of Business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Yassin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Fundamentals of Business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Ali Mekawy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Fundamentals of Business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Hamza Kotb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Safia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Gana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Farah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Judy Mostafa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Nour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Lina Alaa Eldin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4700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Menatallah Abdulrahman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Youssef Tamer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Sandra Remon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Shimaa Kamal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Mahmoud Yousif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Mina Youssef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Software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Ziad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Computer Architecture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Sondos Hazem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Computer Architecture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Roaa Elmokadem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Computer Architecture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Hala Ramadan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Computer Architecture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Yousef Hassan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Computer Architecture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Moataz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Tarek Wael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Youssef Assem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Youssef Onsy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Ganna Allam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Farah Hamdy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Safia Mwafy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Cybersecurity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4700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Abdelrahman Abdelrahman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Data Analytics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Menna Allah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Introduction to Data Analytics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Tamer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Youssef El Gazzar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Walid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Andrew Armia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Mina Youssef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Khaled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Raghda Ashraf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Ali Ayman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Kareem Hesham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Mahmoud Ismail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Omar Azab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Abdulrahman Elnagdy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Mahmoud Abd Elnaser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 Allah Hegazi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Ahmed El-Gazairy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Ayman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Zeyad El-Massoudi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Eyad Yasser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Abdelrahman Tageldin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Khaled El Sayed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Fares Sherif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Abdelmotal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Malware Analysis and Reverse Engineering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Omar Walid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Numerical Methods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Mohamed Ezzat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Numerical Methods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Omar Hamdy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Numerical Methods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John Maged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Numerical Methods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Ziad El Sayed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Numerical Methods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Cherine Ahmed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Numerical Methods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Abdelrahman Tamer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Software Component Design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Youssef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Software Component Design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Fatma Khalil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Software Component Design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4670" y="2994829"/>
            <a:ext cx="9624060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Baraa Abdelshakour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Software Component Design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Moustafa Mohamed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slides/slide1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2" t="-1511" r="-4132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2585472" y="3852597"/>
            <a:ext cx="5521056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72422" y="6110231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310167" y="6100706"/>
            <a:ext cx="2331605" cy="0"/>
          </a:xfrm>
          <a:prstGeom prst="line">
            <a:avLst/>
          </a:prstGeom>
          <a:ln cap="flat" w="19050">
            <a:solidFill>
              <a:srgbClr val="8F762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4157" y="527400"/>
            <a:ext cx="7963686" cy="14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6"/>
              </a:lnSpc>
            </a:pPr>
            <a:r>
              <a:rPr lang="en-US" sz="7833" spc="430">
                <a:solidFill>
                  <a:srgbClr val="554415"/>
                </a:solidFill>
                <a:latin typeface="Boston Angel"/>
                <a:ea typeface="Boston Angel"/>
                <a:cs typeface="Boston Angel"/>
                <a:sym typeface="Boston Angel"/>
              </a:rPr>
              <a:t>CERTIFICATE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4157" y="4318990"/>
            <a:ext cx="7963686" cy="7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For outstanding performance in the Software Component Design</a:t>
            </a:r>
            <a:r>
              <a:rPr lang="en-US" sz="2175" b="true">
                <a:solidFill>
                  <a:srgbClr val="554415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 </a:t>
            </a:r>
            <a:r>
              <a:rPr lang="en-US" sz="21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course during the Fall 2027 semester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942353" y="4171250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0" y="0"/>
                </a:moveTo>
                <a:lnTo>
                  <a:pt x="6029551" y="0"/>
                </a:lnTo>
                <a:lnTo>
                  <a:pt x="6029551" y="3858913"/>
                </a:lnTo>
                <a:lnTo>
                  <a:pt x="0" y="3858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14395" y="2344541"/>
            <a:ext cx="4663209" cy="326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This certificate is proudly awarded to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0742" y="1671626"/>
            <a:ext cx="4990515" cy="44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spc="1054">
                <a:solidFill>
                  <a:srgbClr val="554415"/>
                </a:solidFill>
                <a:latin typeface="Droid Serif"/>
                <a:ea typeface="Droid Serif"/>
                <a:cs typeface="Droid Serif"/>
                <a:sym typeface="Droid Serif"/>
              </a:rPr>
              <a:t>OF BEST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71" y="2994829"/>
            <a:ext cx="6299858" cy="94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5"/>
              </a:lnSpc>
            </a:pPr>
            <a:r>
              <a:rPr lang="en-US" sz="5489">
                <a:solidFill>
                  <a:srgbClr val="262262"/>
                </a:solidFill>
                <a:latin typeface="Droid Serif"/>
                <a:ea typeface="Droid Serif"/>
                <a:cs typeface="Droid Serif"/>
                <a:sym typeface="Droid Serif"/>
              </a:rPr>
              <a:t>Yasmin Hassan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6313067" y="-520665"/>
            <a:ext cx="6029551" cy="3858913"/>
          </a:xfrm>
          <a:custGeom>
            <a:avLst/>
            <a:gdLst/>
            <a:ahLst/>
            <a:cxnLst/>
            <a:rect r="r" b="b" t="t" l="l"/>
            <a:pathLst>
              <a:path h="3858913" w="6029551">
                <a:moveTo>
                  <a:pt x="6029552" y="3858912"/>
                </a:moveTo>
                <a:lnTo>
                  <a:pt x="0" y="3858912"/>
                </a:lnTo>
                <a:lnTo>
                  <a:pt x="0" y="0"/>
                </a:lnTo>
                <a:lnTo>
                  <a:pt x="6029552" y="0"/>
                </a:lnTo>
                <a:lnTo>
                  <a:pt x="6029552" y="38589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58002" y="1711644"/>
            <a:ext cx="1539681" cy="1361044"/>
          </a:xfrm>
          <a:custGeom>
            <a:avLst/>
            <a:gdLst/>
            <a:ahLst/>
            <a:cxnLst/>
            <a:rect r="r" b="b" t="t" l="l"/>
            <a:pathLst>
              <a:path h="1361044" w="1539681">
                <a:moveTo>
                  <a:pt x="0" y="0"/>
                </a:moveTo>
                <a:lnTo>
                  <a:pt x="1539682" y="0"/>
                </a:lnTo>
                <a:lnTo>
                  <a:pt x="1539682" y="1361045"/>
                </a:lnTo>
                <a:lnTo>
                  <a:pt x="0" y="1361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57056" y="5673638"/>
            <a:ext cx="977888" cy="1243737"/>
          </a:xfrm>
          <a:custGeom>
            <a:avLst/>
            <a:gdLst/>
            <a:ahLst/>
            <a:cxnLst/>
            <a:rect r="r" b="b" t="t" l="l"/>
            <a:pathLst>
              <a:path h="1243737" w="977888">
                <a:moveTo>
                  <a:pt x="0" y="0"/>
                </a:moveTo>
                <a:lnTo>
                  <a:pt x="977888" y="0"/>
                </a:lnTo>
                <a:lnTo>
                  <a:pt x="977888" y="1243737"/>
                </a:lnTo>
                <a:lnTo>
                  <a:pt x="0" y="124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5882" y="1676551"/>
            <a:ext cx="1450486" cy="1431231"/>
          </a:xfrm>
          <a:custGeom>
            <a:avLst/>
            <a:gdLst/>
            <a:ahLst/>
            <a:cxnLst/>
            <a:rect r="r" b="b" t="t" l="l"/>
            <a:pathLst>
              <a:path h="1431231" w="1450486">
                <a:moveTo>
                  <a:pt x="0" y="0"/>
                </a:moveTo>
                <a:lnTo>
                  <a:pt x="1450485" y="0"/>
                </a:lnTo>
                <a:lnTo>
                  <a:pt x="1450485" y="1431231"/>
                </a:lnTo>
                <a:lnTo>
                  <a:pt x="0" y="1431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5939" y="6471642"/>
            <a:ext cx="2920061" cy="29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Dean, CCIT- Cairo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5939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Prof. Mohamed Abo Rizka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097" y="6131381"/>
            <a:ext cx="2920061" cy="29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b="true" sz="1701">
                <a:solidFill>
                  <a:srgbClr val="000000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Dr. Menna Kamel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97" y="6456409"/>
            <a:ext cx="2920061" cy="58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701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Head of Educational Departments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4157" y="5654917"/>
            <a:ext cx="1384622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Kamel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51077" y="5654917"/>
            <a:ext cx="1849785" cy="4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  <a:r>
              <a:rPr lang="en-US" sz="2699">
                <a:solidFill>
                  <a:srgbClr val="554415"/>
                </a:solidFill>
                <a:latin typeface="Alex Brush"/>
                <a:ea typeface="Alex Brush"/>
                <a:cs typeface="Alex Brush"/>
                <a:sym typeface="Alex Brush"/>
              </a:rPr>
              <a:t>M. AboRizka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DAHJzyO0DAE</dc:identifier>
  <dcterms:modified xsi:type="dcterms:W3CDTF">2011-08-01T06:04:30Z</dcterms:modified>
  <cp:revision>1</cp:revision>
  <dc:title>Best Project Placeholder</dc:title>
</cp:coreProperties>
</file>