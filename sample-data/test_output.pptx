
<file path=[Content_Types].xml><?xml version="1.0" encoding="utf-8"?>
<ns0:Types xmlns:ns0="http://schemas.openxmlformats.org/package/2006/content-types">
  <ns0:Default ContentType="application/x-fontdata" Extension="fntdata"/>
  <ns0:Default ContentType="image/jpeg" Extension="jpeg"/>
  <ns0:Default ContentType="image/png" Extension="png"/>
  <ns0:Default ContentType="application/vnd.openxmlformats-package.relationships+xml" Extension="rels"/>
  <ns0:Default ContentType="image/svg+xml" Extension="svg"/>
  <ns0:Default ContentType="application/xml" Extension="xml"/>
  <ns0:Override ContentType="application/vnd.openxmlformats-officedocument.extended-properties+xml" PartName="/docProps/app.xml"/>
  <ns0:Override ContentType="application/vnd.openxmlformats-package.core-properties+xml" PartName="/docProps/core.xml"/>
  <ns0:Override ContentType="application/vnd.openxmlformats-officedocument.presentationml.presentation.main+xml" PartName="/ppt/presentation.xml"/>
  <ns0:Override ContentType="application/vnd.openxmlformats-officedocument.presentationml.presProps+xml" PartName="/ppt/presProps.xml"/>
  <ns0:Override ContentType="application/vnd.openxmlformats-officedocument.presentationml.slideLayout+xml" PartName="/ppt/slideLayouts/slideLayout1.xml"/>
  <ns0:Override ContentType="application/vnd.openxmlformats-officedocument.presentationml.slideLayout+xml" PartName="/ppt/slideLayouts/slideLayout2.xml"/>
  <ns0:Override ContentType="application/vnd.openxmlformats-officedocument.presentationml.slideLayout+xml" PartName="/ppt/slideLayouts/slideLayout3.xml"/>
  <ns0:Override ContentType="application/vnd.openxmlformats-officedocument.presentationml.slideLayout+xml" PartName="/ppt/slideLayouts/slideLayout4.xml"/>
  <ns0:Override ContentType="application/vnd.openxmlformats-officedocument.presentationml.slideLayout+xml" PartName="/ppt/slideLayouts/slideLayout5.xml"/>
  <ns0:Override ContentType="application/vnd.openxmlformats-officedocument.presentationml.slideLayout+xml" PartName="/ppt/slideLayouts/slideLayout6.xml"/>
  <ns0:Override ContentType="application/vnd.openxmlformats-officedocument.presentationml.slideLayout+xml" PartName="/ppt/slideLayouts/slideLayout7.xml"/>
  <ns0:Override ContentType="application/vnd.openxmlformats-officedocument.presentationml.slideLayout+xml" PartName="/ppt/slideLayouts/slideLayout8.xml"/>
  <ns0:Override ContentType="application/vnd.openxmlformats-officedocument.presentationml.slideLayout+xml" PartName="/ppt/slideLayouts/slideLayout9.xml"/>
  <ns0:Override ContentType="application/vnd.openxmlformats-officedocument.presentationml.slideLayout+xml" PartName="/ppt/slideLayouts/slideLayout10.xml"/>
  <ns0:Override ContentType="application/vnd.openxmlformats-officedocument.presentationml.slideLayout+xml" PartName="/ppt/slideLayouts/slideLayout11.xml"/>
  <ns0:Override ContentType="application/vnd.openxmlformats-officedocument.presentationml.slideMaster+xml" PartName="/ppt/slideMasters/slideMaster1.xml"/>
  <ns0:Override ContentType="application/vnd.openxmlformats-officedocument.presentationml.tableStyles+xml" PartName="/ppt/tableStyles.xml"/>
  <ns0:Override ContentType="application/vnd.openxmlformats-officedocument.theme+xml" PartName="/ppt/theme/theme1.xml"/>
  <ns0:Override ContentType="application/vnd.openxmlformats-officedocument.presentationml.viewProps+xml" PartName="/ppt/viewProps.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</ns0: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1"/>
    <p:sldId id="257" r:id="rId12"/>
    <p:sldId id="258" r:id="rId13"/>
    <p:sldId id="259" r:id="rId14"/>
    <p:sldId id="260" r:id="rId15"/>
  </p:sldIdLst>
  <p:sldSz cx="10693400" cy="7556500"/>
  <p:notesSz cx="6858000" cy="9144000"/>
  <p:embeddedFontLst>
    <p:embeddedFont>
      <p:font typeface="Boston Angel" charset="1" panose="00000000000000000000"/>
      <p:regular r:id="rId7"/>
    </p:embeddedFont>
    <p:embeddedFont>
      <p:font typeface="Droid Serif" charset="1" panose="02020600060500020200"/>
      <p:regular r:id="rId8"/>
    </p:embeddedFont>
    <p:embeddedFont>
      <p:font typeface="Droid Serif Bold" charset="1" panose="02020800060500020200"/>
      <p:regular r:id="rId9"/>
    </p:embeddedFont>
    <p:embeddedFont>
      <p:font typeface="Alex Brush" charset="1" panose="00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0" Target="fonts/font10.fntdata" Type="http://schemas.openxmlformats.org/officeDocument/2006/relationships/font" /><ns0:Relationship Id="rId2" Target="presProps.xml" Type="http://schemas.openxmlformats.org/officeDocument/2006/relationships/presProps" /><ns0:Relationship Id="rId3" Target="viewProps.xml" Type="http://schemas.openxmlformats.org/officeDocument/2006/relationships/viewProps" /><ns0:Relationship Id="rId4" Target="theme/theme1.xml" Type="http://schemas.openxmlformats.org/officeDocument/2006/relationships/theme" /><ns0:Relationship Id="rId5" Target="tableStyles.xml" Type="http://schemas.openxmlformats.org/officeDocument/2006/relationships/tableStyles" /><ns0:Relationship Id="rId7" Target="fonts/font7.fntdata" Type="http://schemas.openxmlformats.org/officeDocument/2006/relationships/font" /><ns0:Relationship Id="rId8" Target="fonts/font8.fntdata" Type="http://schemas.openxmlformats.org/officeDocument/2006/relationships/font" /><ns0:Relationship Id="rId9" Target="fonts/font9.fntdata" Type="http://schemas.openxmlformats.org/officeDocument/2006/relationships/font" /><ns0:Relationship Id="rId11" Type="http://schemas.openxmlformats.org/officeDocument/2006/relationships/slide" Target="slides/slide1.xml" /><ns0:Relationship Id="rId12" Type="http://schemas.openxmlformats.org/officeDocument/2006/relationships/slide" Target="slides/slide2.xml" /><ns0:Relationship Id="rId13" Type="http://schemas.openxmlformats.org/officeDocument/2006/relationships/slide" Target="slides/slide3.xml" /><ns0:Relationship Id="rId14" Type="http://schemas.openxmlformats.org/officeDocument/2006/relationships/slide" Target="slides/slide4.xml" /><ns0:Relationship Id="rId15" Type="http://schemas.openxmlformats.org/officeDocument/2006/relationships/slide" Target="slides/slide5.xml" /></ns0: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Daniel Seddik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Artificial Intelligence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Lina Mohamed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Distributed Systems 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Abd Allah Hegazi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4670" y="2994829"/>
            <a:ext cx="9624060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4400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Mohamed Medhat Abdelmotal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Deep Learning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Judy Zein-Eldeen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DAHJzyO0DAE</dc:identifier>
  <dcterms:modified xsi:type="dcterms:W3CDTF">2011-08-01T06:04:30Z</dcterms:modified>
  <cp:revision>1</cp:revision>
  <dc:title>Best Project Placeholder</dc:title>
</cp:coreProperties>
</file>