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7556500"/>
  <p:notesSz cx="6858000" cy="9144000"/>
  <p:embeddedFontLst>
    <p:embeddedFont>
      <p:font typeface="Boston Angel" charset="1" panose="00000000000000000000"/>
      <p:regular r:id="rId7"/>
    </p:embeddedFont>
    <p:embeddedFont>
      <p:font typeface="Droid Serif" charset="1" panose="02020600060500020200"/>
      <p:regular r:id="rId8"/>
    </p:embeddedFont>
    <p:embeddedFont>
      <p:font typeface="Droid Serif Bold" charset="1" panose="02020800060500020200"/>
      <p:regular r:id="rId9"/>
    </p:embeddedFont>
    <p:embeddedFont>
      <p:font typeface="Alex Brush" charset="1" panose="000000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{Course_Name}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{Student_Name}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DAHJzyO0DAE</dc:identifier>
  <dcterms:modified xsi:type="dcterms:W3CDTF">2011-08-01T06:04:30Z</dcterms:modified>
  <cp:revision>1</cp:revision>
  <dc:title>Best Project Placeholder</dc:title>
</cp:coreProperties>
</file>